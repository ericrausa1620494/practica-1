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C9BA0-2556-4060-88DB-DD30C5539EBC}" v="82" dt="2026-03-02T18:18:14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E05F3-FB1D-083E-0ABE-D51AA0F23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CDD7F9-01DF-BD1F-2B0F-2422767E0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72F6C1-4672-F2D2-3977-43D6E9CF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B63CDB-712B-83DF-C0FC-4BC18004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31F3AB-5936-5115-4A52-EA9F912D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352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3195D-23E1-8DBE-3BCD-98C3D101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4775CB-4093-6A60-298C-FCD7C255C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6449A0-D49F-82F5-8426-868CFE14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EF85B5-38B2-D11C-77CE-2F8C7A3FD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A792F5-67D3-4453-7E71-854D3C20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850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693B5-62A4-13BC-2141-E08B463D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3F93EE-A2C2-05FE-A866-65CE990A3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5F7E34-317F-7C33-90D8-B898BBBA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65BAA1-A1C8-E7C9-212A-3FAA5A92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D7606B-0A96-3DB6-0873-F570EA22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921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55DBC-2269-EA2E-224F-C1CBFC6F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8F388A-FEF3-0AE2-B51B-7EC082EAD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70DDE5-E8C9-8081-2B5F-67352E9AC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851C04-2147-17E6-92A4-84ADEBE3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5C6551-72D6-6BC1-DED7-1EB70D89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AF3D03-CFE4-429A-D9A7-E57871F6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27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9DC87-AEF0-7C8D-263B-347BBCA1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39EF9A-0038-3240-E754-2C60712D8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378111-E5D5-ED70-FA18-4092C9557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C06C02-8458-6D5F-E36C-F407E27F8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6AA5B0-5312-4070-FC58-CA3DC8F6B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1BC2B5A-8F64-BC01-688A-1506B8C8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64B660-3108-826D-2B42-D13F1978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151D84-F507-5B5E-AD77-2902FF50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010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74571-DDB7-38D5-9C70-25E12983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795B50-BA48-9CAF-375C-2283003B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DEF570-340E-173F-B443-A25356A7E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029E81-EF77-9C2A-6112-9153217C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308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E5E712-67F7-85BA-F38D-8C46C49C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4B3299-8F45-C2B8-5C08-6CA36CF9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2CD7B8-1556-209D-08FA-39B62AE3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050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EE7AE-6D8E-0222-A3BF-3A2E8CE90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8C974F-D39F-A73A-3D7C-91A4B0797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715D43-0E67-76FD-C80D-AB49F7FB3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7DC2C9-4378-4B36-3DEE-1CCE6DD6A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33138E-6AFB-67F4-13FB-95F6D0A2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C19ED8-D012-7D74-CC0C-3FE97A70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757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BF1BD-7267-8A30-0359-09D680D70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F4080C-5E8F-1ADE-A334-6C1788B8F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D5D5FB-6B47-C9B5-364D-35EC00FD3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F4A505-38C3-5802-DC65-D89902ED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EF00EF-9FF1-291B-5560-80E27C45D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AC557F-9B9B-6D9B-D32D-89ACD2DB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514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C90EB-5740-5B9B-3ED8-EF56B21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AFA997-F5F7-7DF2-93FD-E8FC35B0C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6F7C58-84CA-C662-629B-D33CC423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CF6362-B705-DF6B-BBE4-498A0F65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40B715-0284-A27C-9BF3-FE5B20ED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829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C7E095-F4EE-13F7-3DAF-5AEE32070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5F34F8-5A96-7DB4-2ED3-EF3C3FD56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91B515-77C7-DD77-F7D9-CBCC24A3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D26C2C-8DF0-795E-2CC6-07F8A2EB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76E6C5-0867-8D9C-A249-5872D0ED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3531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7D3AD8-71CF-C5D4-DA17-2880EA28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F13E1E-C804-0A35-CE4C-707A2B7BC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BA930D-2F95-7AD9-99FD-FDBCA711E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B6DBAA-1C9E-723F-43AD-75B9BCEDA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8A297B-D461-5B53-D092-611180459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ADB34F-07A1-BADC-C550-550E2E53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6" b="21259"/>
          <a:stretch>
            <a:fillRect/>
          </a:stretch>
        </p:blipFill>
        <p:spPr>
          <a:xfrm>
            <a:off x="0" y="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62ED7A-3A52-74B9-540C-15F20A7B6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748" y="199727"/>
            <a:ext cx="8057045" cy="1761808"/>
          </a:xfrm>
        </p:spPr>
        <p:txBody>
          <a:bodyPr anchor="ctr">
            <a:normAutofit/>
          </a:bodyPr>
          <a:lstStyle/>
          <a:p>
            <a:r>
              <a:rPr lang="es-ES" sz="3600" dirty="0"/>
              <a:t>Practica 1: </a:t>
            </a:r>
            <a:r>
              <a:rPr lang="es-ES" sz="3600" dirty="0" err="1"/>
              <a:t>Solució</a:t>
            </a:r>
            <a:r>
              <a:rPr lang="es-ES" sz="3600" dirty="0"/>
              <a:t> </a:t>
            </a:r>
            <a:r>
              <a:rPr lang="es-ES" sz="3600" dirty="0" err="1"/>
              <a:t>numèrica</a:t>
            </a:r>
            <a:r>
              <a:rPr lang="es-ES" sz="3600" dirty="0"/>
              <a:t> de </a:t>
            </a:r>
            <a:r>
              <a:rPr lang="es-ES" sz="3600" dirty="0" err="1"/>
              <a:t>l’equació</a:t>
            </a:r>
            <a:r>
              <a:rPr lang="es-ES" sz="3600" dirty="0"/>
              <a:t> de Schrödinger</a:t>
            </a:r>
            <a:br>
              <a:rPr lang="es-ES" dirty="0"/>
            </a:br>
            <a:endParaRPr lang="es-ES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DE4325-4FAE-B74C-1F38-C5D7027D1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788" y="1533832"/>
            <a:ext cx="3333135" cy="855407"/>
          </a:xfrm>
        </p:spPr>
        <p:txBody>
          <a:bodyPr anchor="ctr">
            <a:normAutofit/>
          </a:bodyPr>
          <a:lstStyle/>
          <a:p>
            <a:r>
              <a:rPr lang="es-ES" sz="1800" dirty="0"/>
              <a:t>Eric Rausa de Godos</a:t>
            </a:r>
          </a:p>
          <a:p>
            <a:r>
              <a:rPr lang="es-ES" sz="1800" dirty="0" err="1"/>
              <a:t>Niu</a:t>
            </a:r>
            <a:r>
              <a:rPr lang="es-ES" sz="1800" dirty="0"/>
              <a:t> 1620494</a:t>
            </a:r>
          </a:p>
        </p:txBody>
      </p:sp>
    </p:spTree>
    <p:extLst>
      <p:ext uri="{BB962C8B-B14F-4D97-AF65-F5344CB8AC3E}">
        <p14:creationId xmlns:p14="http://schemas.microsoft.com/office/powerpoint/2010/main" val="157050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E0867-D0E8-030E-080E-3D937944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400"/>
            <a:ext cx="9918204" cy="993058"/>
          </a:xfrm>
        </p:spPr>
        <p:txBody>
          <a:bodyPr>
            <a:normAutofit fontScale="90000"/>
          </a:bodyPr>
          <a:lstStyle/>
          <a:p>
            <a:r>
              <a:rPr lang="es-ES" b="1" dirty="0" err="1"/>
              <a:t>Particle</a:t>
            </a:r>
            <a:r>
              <a:rPr lang="es-ES" b="1" dirty="0"/>
              <a:t> in a </a:t>
            </a:r>
            <a:r>
              <a:rPr lang="es-ES" b="1" dirty="0" err="1"/>
              <a:t>Lennard</a:t>
            </a:r>
            <a:r>
              <a:rPr lang="es-ES" b="1" dirty="0"/>
              <a:t>-Jones </a:t>
            </a:r>
            <a:r>
              <a:rPr lang="es-ES" b="1" dirty="0" err="1"/>
              <a:t>Potential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1F7B4-25F3-4A7D-C160-BCA0F3202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Potential</a:t>
            </a:r>
            <a:r>
              <a:rPr lang="es-ES" dirty="0"/>
              <a:t>: </a:t>
            </a:r>
          </a:p>
          <a:p>
            <a:endParaRPr lang="es-ES" dirty="0"/>
          </a:p>
          <a:p>
            <a:r>
              <a:rPr lang="es-ES" dirty="0"/>
              <a:t>Interval de x:  0.75&lt;x&lt;3.5</a:t>
            </a:r>
          </a:p>
          <a:p>
            <a:endParaRPr lang="es-ES" dirty="0"/>
          </a:p>
          <a:p>
            <a:r>
              <a:rPr lang="es-ES" dirty="0" err="1"/>
              <a:t>Discretització</a:t>
            </a:r>
            <a:r>
              <a:rPr lang="es-ES" dirty="0"/>
              <a:t>: h=0.005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 err="1"/>
              <a:t>Obtenim</a:t>
            </a:r>
            <a:r>
              <a:rPr lang="es-ES" dirty="0"/>
              <a:t> 551 </a:t>
            </a:r>
            <a:r>
              <a:rPr lang="es-ES" dirty="0" err="1"/>
              <a:t>grid</a:t>
            </a:r>
            <a:r>
              <a:rPr lang="es-ES" dirty="0"/>
              <a:t> </a:t>
            </a:r>
            <a:r>
              <a:rPr lang="es-ES" dirty="0" err="1"/>
              <a:t>points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E71144B1-9D44-FCEE-D2FA-9C3AC6C56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283" y="2217173"/>
            <a:ext cx="3124636" cy="600159"/>
          </a:xfrm>
          <a:prstGeom prst="rect">
            <a:avLst/>
          </a:prstGeom>
        </p:spPr>
      </p:pic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1C71F00-47DA-0F2B-347A-01167CC77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272" y="2939845"/>
            <a:ext cx="5791093" cy="286716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68AD741-00FD-237E-D5B2-487B9846C5BF}"/>
              </a:ext>
            </a:extLst>
          </p:cNvPr>
          <p:cNvSpPr txBox="1"/>
          <p:nvPr/>
        </p:nvSpPr>
        <p:spPr>
          <a:xfrm>
            <a:off x="6173646" y="2448000"/>
            <a:ext cx="4445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OBTENIM LES SEGUENTS ENERGIES</a:t>
            </a:r>
          </a:p>
        </p:txBody>
      </p:sp>
    </p:spTree>
    <p:extLst>
      <p:ext uri="{BB962C8B-B14F-4D97-AF65-F5344CB8AC3E}">
        <p14:creationId xmlns:p14="http://schemas.microsoft.com/office/powerpoint/2010/main" val="89579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EF3702E3-A568-2391-998C-F00C6ED86F2D}"/>
              </a:ext>
            </a:extLst>
          </p:cNvPr>
          <p:cNvSpPr/>
          <p:nvPr/>
        </p:nvSpPr>
        <p:spPr>
          <a:xfrm>
            <a:off x="4063192" y="108871"/>
            <a:ext cx="4040744" cy="35521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BAB63D-C0B5-76CB-9A73-42D74B2E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026" y="2918366"/>
            <a:ext cx="35814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Diferents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funcions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d’ona</a:t>
            </a:r>
            <a:r>
              <a:rPr lang="en-US" sz="4000" dirty="0">
                <a:solidFill>
                  <a:srgbClr val="FFFFFF"/>
                </a:solidFill>
              </a:rPr>
              <a:t>:</a:t>
            </a:r>
          </a:p>
        </p:txBody>
      </p:sp>
      <p:pic>
        <p:nvPicPr>
          <p:cNvPr id="9" name="Imagen 8" descr="Gráfico, Gráfico de líneas, Histograma&#10;&#10;El contenido generado por IA puede ser incorrecto.">
            <a:extLst>
              <a:ext uri="{FF2B5EF4-FFF2-40B4-BE49-F238E27FC236}">
                <a16:creationId xmlns:a16="http://schemas.microsoft.com/office/drawing/2014/main" id="{B9DDE1C7-13A3-36BB-D0A0-ACB66C66A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598" y="3836308"/>
            <a:ext cx="3778604" cy="2843400"/>
          </a:xfrm>
          <a:prstGeom prst="rect">
            <a:avLst/>
          </a:prstGeom>
        </p:spPr>
      </p:pic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58D29156-0084-113D-B009-C1F7BF2F3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598" y="434887"/>
            <a:ext cx="3932228" cy="2831203"/>
          </a:xfrm>
          <a:prstGeom prst="rect">
            <a:avLst/>
          </a:prstGeom>
        </p:spPr>
      </p:pic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9ABFC23-2EC8-6FA1-9DED-3FDF404B2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777" y="3769877"/>
            <a:ext cx="4191919" cy="2976263"/>
          </a:xfrm>
          <a:prstGeom prst="rect">
            <a:avLst/>
          </a:prstGeom>
        </p:spPr>
      </p:pic>
      <p:pic>
        <p:nvPicPr>
          <p:cNvPr id="17" name="Imagen 1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6A639D8-8711-8EA1-1DDB-67743FEA6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413" y="719865"/>
            <a:ext cx="3614189" cy="2705518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EC0C328-6207-8854-5E8F-DC6903E7F7ED}"/>
              </a:ext>
            </a:extLst>
          </p:cNvPr>
          <p:cNvSpPr txBox="1"/>
          <p:nvPr/>
        </p:nvSpPr>
        <p:spPr>
          <a:xfrm>
            <a:off x="4767214" y="196645"/>
            <a:ext cx="2604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err="1"/>
              <a:t>Exemple</a:t>
            </a:r>
            <a:r>
              <a:rPr lang="es-ES" dirty="0"/>
              <a:t> </a:t>
            </a:r>
            <a:r>
              <a:rPr lang="es-ES" sz="2800" dirty="0" err="1"/>
              <a:t>teòric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7907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E85CCF60-79A2-440A-86A2-1A64A59F7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3F2162BA-EECD-43E0-99D9-C00B194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21">
            <a:extLst>
              <a:ext uri="{FF2B5EF4-FFF2-40B4-BE49-F238E27FC236}">
                <a16:creationId xmlns:a16="http://schemas.microsoft.com/office/drawing/2014/main" id="{160DB805-F71F-46BB-A8CC-74F6D8306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91054C-3439-420E-88EB-F0A5637EC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D5442-4FE2-2316-96EC-61F58980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5" y="1759409"/>
            <a:ext cx="3816467" cy="28342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 err="1">
                <a:solidFill>
                  <a:srgbClr val="FFFFFF"/>
                </a:solidFill>
              </a:rPr>
              <a:t>Probabilitats</a:t>
            </a:r>
            <a:r>
              <a:rPr lang="en-US" sz="4800" dirty="0">
                <a:solidFill>
                  <a:srgbClr val="FFFFFF"/>
                </a:solidFill>
              </a:rPr>
              <a:t>:</a:t>
            </a:r>
          </a:p>
        </p:txBody>
      </p:sp>
      <p:pic>
        <p:nvPicPr>
          <p:cNvPr id="5" name="Marcador de contenido 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4C1BF632-440D-1592-9273-B4ACF4D01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3840" y="478712"/>
            <a:ext cx="3699276" cy="2876186"/>
          </a:xfrm>
          <a:prstGeom prst="rect">
            <a:avLst/>
          </a:prstGeom>
        </p:spPr>
      </p:pic>
      <p:pic>
        <p:nvPicPr>
          <p:cNvPr id="7" name="Imagen 6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76C8AF5B-25E6-16DE-7804-CE8EB8D34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610" y="478712"/>
            <a:ext cx="3942264" cy="2946842"/>
          </a:xfrm>
          <a:prstGeom prst="rect">
            <a:avLst/>
          </a:prstGeom>
        </p:spPr>
      </p:pic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322A8456-5C9F-D98B-F6A1-3E91B482B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81479"/>
            <a:ext cx="7721312" cy="3176093"/>
          </a:xfrm>
          <a:prstGeom prst="rect">
            <a:avLst/>
          </a:prstGeom>
        </p:spPr>
      </p:pic>
      <p:pic>
        <p:nvPicPr>
          <p:cNvPr id="9" name="Imagen 8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065381F8-B5DA-F099-F414-DEEABBF74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0611" y="3432447"/>
            <a:ext cx="4178578" cy="305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7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A7AB89-097D-B1E2-AD9A-2AC9E010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6" y="96494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 err="1">
                <a:solidFill>
                  <a:srgbClr val="FFFFFF"/>
                </a:solidFill>
              </a:rPr>
              <a:t>Diferencies</a:t>
            </a:r>
            <a:r>
              <a:rPr lang="en-US" sz="4800" dirty="0">
                <a:solidFill>
                  <a:srgbClr val="FFFFFF"/>
                </a:solidFill>
              </a:rPr>
              <a:t> al </a:t>
            </a:r>
            <a:r>
              <a:rPr lang="en-US" sz="4800" dirty="0" err="1">
                <a:solidFill>
                  <a:srgbClr val="FFFFFF"/>
                </a:solidFill>
              </a:rPr>
              <a:t>variar</a:t>
            </a:r>
            <a:r>
              <a:rPr lang="en-US" sz="4800" dirty="0">
                <a:solidFill>
                  <a:srgbClr val="FFFFFF"/>
                </a:solidFill>
              </a:rPr>
              <a:t> la </a:t>
            </a:r>
            <a:r>
              <a:rPr lang="en-US" sz="4800" dirty="0" err="1">
                <a:solidFill>
                  <a:srgbClr val="FFFFFF"/>
                </a:solidFill>
              </a:rPr>
              <a:t>discretització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arcador de contenido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77644D4-463A-D9B2-ED22-A821F47BB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667" y="1180205"/>
            <a:ext cx="4916423" cy="3490660"/>
          </a:xfrm>
          <a:prstGeom prst="rect">
            <a:avLst/>
          </a:prstGeom>
        </p:spPr>
      </p:pic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1E54E65-2E6B-A231-97E3-9F3A36C31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724" y="1180205"/>
            <a:ext cx="4920158" cy="338260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FFA615C-7C89-4982-DB0F-220FA162D866}"/>
              </a:ext>
            </a:extLst>
          </p:cNvPr>
          <p:cNvSpPr txBox="1"/>
          <p:nvPr/>
        </p:nvSpPr>
        <p:spPr>
          <a:xfrm>
            <a:off x="1413765" y="4672365"/>
            <a:ext cx="4001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</a:rPr>
              <a:t>BAIXA DISCRETITZACIÓ (h=0.005)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98B290-4353-A451-D7EB-7A866F0E1BA1}"/>
              </a:ext>
            </a:extLst>
          </p:cNvPr>
          <p:cNvSpPr txBox="1"/>
          <p:nvPr/>
        </p:nvSpPr>
        <p:spPr>
          <a:xfrm>
            <a:off x="7049662" y="4670865"/>
            <a:ext cx="4001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</a:rPr>
              <a:t>ALTA DISCRETITZACIÓ (h=0.05)</a:t>
            </a:r>
          </a:p>
        </p:txBody>
      </p:sp>
    </p:spTree>
    <p:extLst>
      <p:ext uri="{BB962C8B-B14F-4D97-AF65-F5344CB8AC3E}">
        <p14:creationId xmlns:p14="http://schemas.microsoft.com/office/powerpoint/2010/main" val="1484640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93671A8EFFC549B6E3143253E2B1AA" ma:contentTypeVersion="13" ma:contentTypeDescription="Crear nuevo documento." ma:contentTypeScope="" ma:versionID="fe7e5f6ef47f2d4ba7121cb2a55cf9a1">
  <xsd:schema xmlns:xsd="http://www.w3.org/2001/XMLSchema" xmlns:xs="http://www.w3.org/2001/XMLSchema" xmlns:p="http://schemas.microsoft.com/office/2006/metadata/properties" xmlns:ns3="3882969f-df25-41ad-a744-7a97ff9d8f10" xmlns:ns4="a20c4c44-ed8d-4cc1-bf1e-a1d079bd4244" targetNamespace="http://schemas.microsoft.com/office/2006/metadata/properties" ma:root="true" ma:fieldsID="eb48d1b027a071ee0f151308372302be" ns3:_="" ns4:_="">
    <xsd:import namespace="3882969f-df25-41ad-a744-7a97ff9d8f10"/>
    <xsd:import namespace="a20c4c44-ed8d-4cc1-bf1e-a1d079bd42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82969f-df25-41ad-a744-7a97ff9d8f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0c4c44-ed8d-4cc1-bf1e-a1d079bd42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82969f-df25-41ad-a744-7a97ff9d8f10" xsi:nil="true"/>
  </documentManagement>
</p:properties>
</file>

<file path=customXml/itemProps1.xml><?xml version="1.0" encoding="utf-8"?>
<ds:datastoreItem xmlns:ds="http://schemas.openxmlformats.org/officeDocument/2006/customXml" ds:itemID="{75D95C44-CFDB-48C2-BF3C-7A4427E63D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75A20B-E63A-43B4-BBA5-FAE2D03DC6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82969f-df25-41ad-a744-7a97ff9d8f10"/>
    <ds:schemaRef ds:uri="a20c4c44-ed8d-4cc1-bf1e-a1d079bd42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E2EEB7-22FD-4440-8668-292B10A812A0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a20c4c44-ed8d-4cc1-bf1e-a1d079bd4244"/>
    <ds:schemaRef ds:uri="http://purl.org/dc/elements/1.1/"/>
    <ds:schemaRef ds:uri="http://schemas.openxmlformats.org/package/2006/metadata/core-properties"/>
    <ds:schemaRef ds:uri="3882969f-df25-41ad-a744-7a97ff9d8f10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1409</TotalTime>
  <Words>73</Words>
  <Application>Microsoft Office PowerPoint</Application>
  <PresentationFormat>Panorámica</PresentationFormat>
  <Paragraphs>18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Practica 1: Solució numèrica de l’equació de Schrödinger </vt:lpstr>
      <vt:lpstr>Particle in a Lennard-Jones Potential </vt:lpstr>
      <vt:lpstr>Diferents funcions d’ona:</vt:lpstr>
      <vt:lpstr>Probabilitats:</vt:lpstr>
      <vt:lpstr>Diferencies al variar la discretització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Rausa De Godos</dc:creator>
  <cp:lastModifiedBy>Eric Rausa De Godos</cp:lastModifiedBy>
  <cp:revision>2</cp:revision>
  <dcterms:created xsi:type="dcterms:W3CDTF">2026-03-02T09:08:04Z</dcterms:created>
  <dcterms:modified xsi:type="dcterms:W3CDTF">2026-03-03T08:39:26Z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0x010100F793671A8EFFC549B6E3143253E2B1AA</vt:lpwstr>
  </property>
</Properties>
</file>